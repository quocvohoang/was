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Writer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vohoangquoc</dc:creator>
  <cp:lastModifiedBy>Quoc Vo</cp:lastModifiedBy>
  <cp:revision>3</cp:revision>
  <dcterms:created xsi:type="dcterms:W3CDTF">2026-05-21T12:46:17Z</dcterms:created>
  <dcterms:modified xsi:type="dcterms:W3CDTF">2026-05-21T12:46:17Z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1434CCE10A279FF673C40E6A4FCCB278_41</vt:lpwstr>
  </property>
  <property fmtid="{D5CDD505-2E9C-101B-9397-08002B2CF9AE}" pid="3" name="KSOProductBuildVer">
    <vt:lpwstr>1033-12.1.23155.23155</vt:lpwstr>
  </property>
</Properties>
</file>